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91" r:id="rId3"/>
    <p:sldId id="331" r:id="rId4"/>
    <p:sldId id="333" r:id="rId5"/>
    <p:sldId id="323" r:id="rId6"/>
    <p:sldId id="360" r:id="rId7"/>
    <p:sldId id="337" r:id="rId8"/>
    <p:sldId id="309" r:id="rId9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147" autoAdjust="0"/>
    <p:restoredTop sz="83649" autoAdjust="0"/>
  </p:normalViewPr>
  <p:slideViewPr>
    <p:cSldViewPr snapToGrid="0">
      <p:cViewPr varScale="1">
        <p:scale>
          <a:sx n="71" d="100"/>
          <a:sy n="71" d="100"/>
        </p:scale>
        <p:origin x="678" y="60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739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357535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63E5B-C292-859D-FB83-976D9C6E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E4371D-BD8E-838C-430B-89FECE90D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1DF927-0375-C257-C3B6-37010EA38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60692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457203" y="204787"/>
            <a:ext cx="3008315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73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3575052" y="204789"/>
            <a:ext cx="5111749" cy="438983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13"/>
          </p:nvPr>
        </p:nvSpPr>
        <p:spPr>
          <a:xfrm>
            <a:off x="457198" y="1076326"/>
            <a:ext cx="3008316" cy="351829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GESTÃO DE INFORMAÇÃO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sz="3200" b="1" dirty="0">
                <a:solidFill>
                  <a:schemeClr val="bg1"/>
                </a:solidFill>
              </a:rPr>
            </a:br>
            <a:r>
              <a:rPr lang="pt-BR" sz="3200" b="1" dirty="0">
                <a:solidFill>
                  <a:schemeClr val="bg1"/>
                </a:solidFill>
              </a:rPr>
              <a:t>Aula 04</a:t>
            </a:r>
            <a:br>
              <a:rPr lang="pt-BR" sz="3200" b="1" dirty="0">
                <a:solidFill>
                  <a:schemeClr val="bg1"/>
                </a:solidFill>
              </a:rPr>
            </a:br>
            <a:r>
              <a:rPr lang="pt-BR" sz="3200" b="1" dirty="0">
                <a:solidFill>
                  <a:schemeClr val="bg1"/>
                </a:solidFill>
              </a:rPr>
              <a:t>	GOVERNANÇA DE TI 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4" name="Google Shape;62;p1" descr="Imagem">
            <a:extLst>
              <a:ext uri="{FF2B5EF4-FFF2-40B4-BE49-F238E27FC236}">
                <a16:creationId xmlns:a16="http://schemas.microsoft.com/office/drawing/2014/main" id="{652F850C-6AD9-5CD4-839F-152858F13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Objetivo</a:t>
            </a:r>
            <a:r>
              <a:rPr lang="en-US" b="1" dirty="0">
                <a:solidFill>
                  <a:srgbClr val="0070C0"/>
                </a:solidFill>
              </a:rPr>
              <a:t> da Aula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Compreender o conceito de BI nas organizações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Relacionar BI com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tomada de decisão gerencial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Aplicar conceitos em situações reais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Desenvolver visão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driven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orientada a dados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980025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6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Livro (Google Books)</a:t>
            </a:r>
          </a:p>
          <a:p>
            <a:pPr marL="0" indent="0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Livro clássico</a:t>
            </a:r>
            <a:b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Intelligence</a:t>
            </a: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Intelligence</a:t>
            </a:r>
            <a:endParaRPr lang="pt-BR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3AC7D-8CF9-A63F-57A2-D983DEB50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C4C3A19-ED0C-1CE0-1512-03DBBA8E6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45119E1-EF11-7248-2ADA-8776A0D7E7E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Escolher uma empresa (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ou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fictícia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Definir um problema gerencial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Propor uso de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Criar 3 indicadores (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KPIs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Sugerir um 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</a:t>
            </a:r>
          </a:p>
          <a:p>
            <a:pPr marL="0" indent="0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Entrega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apresentação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 min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7668275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SHARDA, R.; DELEN, D.; TURBAN, E.</a:t>
            </a:r>
          </a:p>
          <a:p>
            <a:pPr marL="0" indent="0" algn="just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Intelligence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análise de dados para gestão do negócio. São Paulo: Bookman, 2019.</a:t>
            </a:r>
          </a:p>
          <a:p>
            <a:pPr marL="0" indent="0" algn="just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TURBAN, E. et al.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Intelligence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um enfoque gerencial. Porto Alegre: Bookman, 2009.</a:t>
            </a: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LAUDON, K.; LAUDON, J.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Sistemas de informação gerenciais. São Paulo: Pearson, 2014.</a:t>
            </a: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PORTER, M.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Estratégia competitiva. Rio de Janeiro: Elsevier, 2004.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GESTÃO DE INFORMAÇÃO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9C895622-2963-024D-634E-EA58F5381D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4191</TotalTime>
  <Words>236</Words>
  <Application>Microsoft Office PowerPoint</Application>
  <PresentationFormat>Apresentação na tela (16:9)</PresentationFormat>
  <Paragraphs>47</Paragraphs>
  <Slides>8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GESTÃO DE INFORMAÇÃO</vt:lpstr>
      <vt:lpstr> Aula 04  GOVERNANÇA DE TI </vt:lpstr>
      <vt:lpstr>Objetivo da Aula</vt:lpstr>
      <vt:lpstr>Leitura Específica</vt:lpstr>
      <vt:lpstr>Aprenda+</vt:lpstr>
      <vt:lpstr>Dinâmica/Atividade</vt:lpstr>
      <vt:lpstr>Referências Bibliográficas</vt:lpstr>
      <vt:lpstr>GESTÃO DE INFORMAÇÃO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1053</cp:revision>
  <dcterms:created xsi:type="dcterms:W3CDTF">2020-03-17T20:12:34Z</dcterms:created>
  <dcterms:modified xsi:type="dcterms:W3CDTF">2026-03-25T00:43:35Z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