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91" r:id="rId3"/>
    <p:sldId id="331" r:id="rId4"/>
    <p:sldId id="333" r:id="rId5"/>
    <p:sldId id="323" r:id="rId6"/>
    <p:sldId id="360" r:id="rId7"/>
    <p:sldId id="337" r:id="rId8"/>
    <p:sldId id="309" r:id="rId9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83649" autoAdjust="0"/>
  </p:normalViewPr>
  <p:slideViewPr>
    <p:cSldViewPr snapToGrid="0">
      <p:cViewPr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3E5B-C292-859D-FB83-976D9C6E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E4371D-BD8E-838C-430B-89FECE90D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1DF927-0375-C257-C3B6-37010EA38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069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Aula 05</a:t>
            </a:r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	PLANEJAM. ESTRATÉGICO DE TI (PETI) E (PDTI)</a:t>
            </a:r>
            <a:br>
              <a:rPr lang="pt-BR" sz="3200" b="1" dirty="0">
                <a:solidFill>
                  <a:schemeClr val="bg1"/>
                </a:solidFill>
              </a:rPr>
            </a:br>
            <a:endParaRPr lang="pt-BR" sz="32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Objetivo</a:t>
            </a:r>
            <a:r>
              <a:rPr lang="en-US" b="1" dirty="0">
                <a:solidFill>
                  <a:srgbClr val="0070C0"/>
                </a:solidFill>
              </a:rPr>
              <a:t> da Aula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Compreender o conceito de BI nas organizações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Relacionar BI com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tomada de decisão gerencial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 conceitos em situações reais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visão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orientada a dados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Livro (Google Books)</a:t>
            </a:r>
          </a:p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Livro clássico</a:t>
            </a:r>
            <a:b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AC7D-8CF9-A63F-57A2-D983DEB5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4C3A19-ED0C-1CE0-1512-03DBBA8E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45119E1-EF11-7248-2ADA-8776A0D7E7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uma empresa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ou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fictícia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Definir um problema gerencial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 uso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3 indicadores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Sugerir um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apresentação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min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668275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SHARDA, R.; DELEN, D.; TURBAN, E.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análise de dados para gestão do negócio. São Paulo: Bookman, 2019.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TURBAN, E. et al.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um enfoque gerencial. Porto Alegre: Bookman, 2009.</a:t>
            </a:r>
          </a:p>
          <a:p>
            <a:pPr marL="0" indent="0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LAUDON, K.; LAUDON, J.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informação gerenciais. São Paulo: Pearson, 2014.</a:t>
            </a:r>
          </a:p>
          <a:p>
            <a:pPr marL="0" indent="0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PORTER, M.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Estratégia competitiva. Rio de Janeiro: Elsevier, 2004.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4192</TotalTime>
  <Words>246</Words>
  <Application>Microsoft Office PowerPoint</Application>
  <PresentationFormat>Apresentação na tela (16:9)</PresentationFormat>
  <Paragraphs>47</Paragraphs>
  <Slides>8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GESTÃO DE INFORMAÇÃO</vt:lpstr>
      <vt:lpstr> Aula 05  PLANEJAM. ESTRATÉGICO DE TI (PETI) E (PDTI) </vt:lpstr>
      <vt:lpstr>Objetivo da Aula</vt:lpstr>
      <vt:lpstr>Leitura Específica</vt:lpstr>
      <vt:lpstr>Aprenda+</vt:lpstr>
      <vt:lpstr>Dinâmica/Atividade</vt:lpstr>
      <vt:lpstr>Referências Bibliográficas</vt:lpstr>
      <vt:lpstr>GESTÃO DE INFORMAÇÃO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1053</cp:revision>
  <dcterms:created xsi:type="dcterms:W3CDTF">2020-03-17T20:12:34Z</dcterms:created>
  <dcterms:modified xsi:type="dcterms:W3CDTF">2026-03-25T00:42:55Z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