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91" r:id="rId3"/>
    <p:sldId id="331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333" r:id="rId12"/>
    <p:sldId id="323" r:id="rId13"/>
    <p:sldId id="360" r:id="rId14"/>
    <p:sldId id="337" r:id="rId15"/>
    <p:sldId id="309" r:id="rId16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DB79-7561-CE6F-2D7C-D44061595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843B98-F36A-0A52-72A8-6FE4C4D61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F808D9-6FF5-1080-14B8-2E2A08591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1611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13E1E-7B5B-A599-6A95-3C8CA79CE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941F2E-DE19-9B56-F5E8-43FC857C1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80F5F0-F147-BF35-D3C7-81E9309EA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929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E934-365E-113C-B7AB-BAE5D169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C67CA6F-7011-8BC1-EACE-7DEBA3D4A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491026-1CA9-8AE5-C2FE-F4066113E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601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C1CC1-02EC-E245-5D40-2F96D7C8C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D656DD3-52BB-5859-70BA-859D7CDA4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19F083-DDF2-57FA-01D0-FCC2D2CBA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8131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6E41-90B1-3276-173B-9F543480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40CCE9-1C96-5ED2-9713-D155FA599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3330A2B-32AE-2D85-5A12-5EDD522D0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6349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8914-C486-94AB-6FC1-D9E3F022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1198B6-30B1-4275-55F3-E1EB14E88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8E6D1FD-38B0-CC05-1AEE-ABA1E18BC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8325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47385-A0EE-33B1-C84B-EB1BA129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2B6D1EC-FCFC-84DB-E0F2-7C7BD2EFA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4D668B6-26A5-75FD-C4B4-48C1C3C1E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7537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3E5B-C292-859D-FB83-976D9C6E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E4371D-BD8E-838C-430B-89FECE90D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1DF927-0375-C257-C3B6-37010EA38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6069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.google.com/books/about/Business_Intelligence_e_An%C3%A1lise_de_Dado.html?hl=pt-BR&amp;id=Qr6xDwAAQBAJ&amp;utm_source=chatgpt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ooks.google.com/books/about/Business_Intelligence_Um_enfoque_gerenci.html?hl=pt-BR&amp;id=_Uvqyr32hlMC&amp;utm_source=chatgpt.co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4VoXHmlKX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3XsxX-_2dv8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DE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Aula 03</a:t>
            </a:r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	BUSINESS INTELLIGENCE (BI) 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Objetivo</a:t>
            </a:r>
            <a:r>
              <a:rPr lang="en-US" b="1" dirty="0">
                <a:solidFill>
                  <a:srgbClr val="0070C0"/>
                </a:solidFill>
              </a:rPr>
              <a:t> da Aula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Compreender o conceito de BI nas organizações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Relacionar BI com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tomada de decisão gerencial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Aplicar conceitos em situações reais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Desenvolver visão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orientada a dados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071E0-57CA-7929-FC14-7911B343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AED525B-D562-C1B4-2F18-78B64D0D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Inteligência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Organizacional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8E7AF9E-CB0E-A18E-C4BD-7073B8418AE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Capacidade de transformar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dados em conhecimento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Apoia decisões estratégicas e operacionais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 informações internas e externas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da competitividade organizacional</a:t>
            </a:r>
          </a:p>
          <a:p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prática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Empresas analisam comportamento de clientes para aumentar vendas.</a:t>
            </a:r>
          </a:p>
        </p:txBody>
      </p:sp>
    </p:spTree>
    <p:extLst>
      <p:ext uri="{BB962C8B-B14F-4D97-AF65-F5344CB8AC3E}">
        <p14:creationId xmlns:p14="http://schemas.microsoft.com/office/powerpoint/2010/main" val="299295775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F1C98-FAC1-AB09-B33B-066E7797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3C7ECAD-F11E-34CE-DCE9-92BB610D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Inteligência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Competitiva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38BAD05-C58D-99EF-1D97-D38190149FA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Monitoramento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ambiente externo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concorrentes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Identificação de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oportunidades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ameaças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Analisar preços e estratégias da concorrência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15293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78A22-5C06-909B-8913-F875EAF5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53C5604-CB9C-4D7B-0812-6D9A13524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Ferramentas de </a:t>
            </a:r>
            <a:r>
              <a:rPr lang="en-US" b="1" dirty="0" err="1">
                <a:solidFill>
                  <a:srgbClr val="0070C0"/>
                </a:solidFill>
              </a:rPr>
              <a:t>Inteligência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718C1FB-49AA-484D-B3D0-3FCACD0876E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(armazenamento de dados)</a:t>
            </a:r>
          </a:p>
          <a:p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(mineração de dados)</a:t>
            </a:r>
          </a:p>
          <a:p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(painéis visuais)</a:t>
            </a:r>
          </a:p>
          <a:p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(indicadores de desempenho)</a:t>
            </a:r>
          </a:p>
          <a:p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 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Ferramentas comuns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</a:p>
          <a:p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avançado</a:t>
            </a:r>
          </a:p>
        </p:txBody>
      </p:sp>
    </p:spTree>
    <p:extLst>
      <p:ext uri="{BB962C8B-B14F-4D97-AF65-F5344CB8AC3E}">
        <p14:creationId xmlns:p14="http://schemas.microsoft.com/office/powerpoint/2010/main" val="140167927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4D4D4-DE55-A47F-45D4-98FDCB6C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F1D8C27-E6FA-A28D-8EBF-8310D53B3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Business Intelligence (BI)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6C3C616-FA5B-F7F2-C283-B0A10C6F909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Conjunto de processos, tecnologias e práticas</a:t>
            </a:r>
          </a:p>
          <a:p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 dados em informação estratégica</a:t>
            </a:r>
          </a:p>
          <a:p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Apoia decisões baseadas em evidências</a:t>
            </a:r>
          </a:p>
          <a:p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 permite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Visualizar dados</a:t>
            </a:r>
          </a:p>
          <a:p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Identificar padrões</a:t>
            </a:r>
          </a:p>
          <a:p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Gerar insights</a:t>
            </a:r>
          </a:p>
          <a:p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 analisa dados históricos e atuais para apoiar decisões.</a:t>
            </a:r>
          </a:p>
        </p:txBody>
      </p:sp>
    </p:spTree>
    <p:extLst>
      <p:ext uri="{BB962C8B-B14F-4D97-AF65-F5344CB8AC3E}">
        <p14:creationId xmlns:p14="http://schemas.microsoft.com/office/powerpoint/2010/main" val="315521350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DB6FA-27F2-DFC8-CCF9-F7144ECB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B1F401A-C7F0-4080-D111-18ACBC931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Como </a:t>
            </a:r>
            <a:r>
              <a:rPr lang="en-US" b="1" dirty="0" err="1">
                <a:solidFill>
                  <a:srgbClr val="0070C0"/>
                </a:solidFill>
              </a:rPr>
              <a:t>Funciona</a:t>
            </a:r>
            <a:r>
              <a:rPr lang="en-US" b="1" dirty="0">
                <a:solidFill>
                  <a:srgbClr val="0070C0"/>
                </a:solidFill>
              </a:rPr>
              <a:t> o BI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C567AEF-86B4-25D1-A927-6D05436F008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Coleta de dados</a:t>
            </a: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Tratamento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Armazenamento</a:t>
            </a: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Análise</a:t>
            </a: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Visualização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Tomada de decisão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47329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0735-67E9-65F2-2730-C02AD3FE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5368720-CF7E-AE2B-DEDB-447016F92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BI Como Tool de </a:t>
            </a:r>
            <a:r>
              <a:rPr lang="en-US" b="1" dirty="0" err="1">
                <a:solidFill>
                  <a:srgbClr val="0070C0"/>
                </a:solidFill>
              </a:rPr>
              <a:t>Análise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6D77C7-F174-F525-305F-B53CAB6A34B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Aplicações:</a:t>
            </a:r>
          </a:p>
          <a:p>
            <a:pPr marL="0" indent="0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Análise de vendas</a:t>
            </a: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financeiro</a:t>
            </a: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Previsão de demanda</a:t>
            </a:r>
          </a:p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Gestão de estoque</a:t>
            </a:r>
          </a:p>
          <a:p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 permite decisões mais rápidas e assertivas.</a:t>
            </a:r>
          </a:p>
        </p:txBody>
      </p:sp>
    </p:spTree>
    <p:extLst>
      <p:ext uri="{BB962C8B-B14F-4D97-AF65-F5344CB8AC3E}">
        <p14:creationId xmlns:p14="http://schemas.microsoft.com/office/powerpoint/2010/main" val="178118318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870B-A64B-4BB4-BC2F-D709CE5A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7836F4A-E189-F8C0-BE2E-C829B5C8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Exemplo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4AB62A-F253-F233-F3C4-8E2FEA64805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Empresa de varejo: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 produtos mais vendidos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Analisa comportamento do cliente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Ajusta estoque e marketing</a:t>
            </a:r>
          </a:p>
          <a:p>
            <a:pPr marL="0" indent="0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aumento de lucro e eficiência.</a:t>
            </a:r>
            <a:endParaRPr lang="pt-B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6893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Livro (Google Books)</a:t>
            </a:r>
          </a:p>
          <a:p>
            <a:pPr marL="0" indent="0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Business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Intelligence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e Análise de Dados para Gestão do Negócio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Livro clássico</a:t>
            </a:r>
            <a:b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Business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Intelligence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 Um enfoque gerencial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https://youtu.be/O4VoXHmlKXs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https://youtu.be/3XsxX-_2dv8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AC7D-8CF9-A63F-57A2-D983DEB5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4C3A19-ED0C-1CE0-1512-03DBBA8E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45119E1-EF11-7248-2ADA-8776A0D7E7E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uma empresa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ou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fictícia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Definir um problema gerencial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 uso de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3 indicadores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Sugerir um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Entrega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apresentação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 min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668275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SHARDA, R.; DELEN, D.; TURBAN, E.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análise de dados para gestão do negócio. São Paulo: Bookman, 2019.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TURBAN, E. et al.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um enfoque gerencial. Porto Alegre: Bookman, 2009.</a:t>
            </a:r>
          </a:p>
          <a:p>
            <a:pPr marL="0" indent="0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LAUDON, K.; LAUDON, J.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de informação gerenciais. São Paulo: Pearson, 2014.</a:t>
            </a:r>
          </a:p>
          <a:p>
            <a:pPr marL="0" indent="0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PORTER, M.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Estratégia competitiva. Rio de Janeiro: Elsevier, 2004.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DE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4191</TotalTime>
  <Words>480</Words>
  <Application>Microsoft Office PowerPoint</Application>
  <PresentationFormat>Apresentação na tela (16:9)</PresentationFormat>
  <Paragraphs>113</Paragraphs>
  <Slides>15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GESTÃO DE INFORMAÇÃO</vt:lpstr>
      <vt:lpstr> Aula 03  BUSINESS INTELLIGENCE (BI) </vt:lpstr>
      <vt:lpstr>Objetivo da Aula</vt:lpstr>
      <vt:lpstr>Inteligência Organizacional</vt:lpstr>
      <vt:lpstr>Inteligência Competitiva</vt:lpstr>
      <vt:lpstr>Ferramentas de Inteligência</vt:lpstr>
      <vt:lpstr>Business Intelligence (BI)</vt:lpstr>
      <vt:lpstr>Como Funciona o BI</vt:lpstr>
      <vt:lpstr>BI Como Tool de Análise</vt:lpstr>
      <vt:lpstr>Exemplo</vt:lpstr>
      <vt:lpstr>Leitura Específica</vt:lpstr>
      <vt:lpstr>Aprenda+</vt:lpstr>
      <vt:lpstr>Dinâmica/Atividade</vt:lpstr>
      <vt:lpstr>Referências Bibliográficas</vt:lpstr>
      <vt:lpstr>GESTÃO DE INFORMAÇÃO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1050</cp:revision>
  <dcterms:created xsi:type="dcterms:W3CDTF">2020-03-17T20:12:34Z</dcterms:created>
  <dcterms:modified xsi:type="dcterms:W3CDTF">2026-03-25T00:36:44Z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